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1" r:id="rId5"/>
    <p:sldId id="264" r:id="rId6"/>
    <p:sldId id="259" r:id="rId7"/>
    <p:sldId id="260" r:id="rId8"/>
    <p:sldId id="266" r:id="rId9"/>
    <p:sldId id="265" r:id="rId10"/>
    <p:sldId id="267" r:id="rId11"/>
    <p:sldId id="269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4CC3-9F96-43A8-B5CC-41FA5C275CB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95A0B-64C3-4409-BB77-26FDA574D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89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4CC3-9F96-43A8-B5CC-41FA5C275CB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95A0B-64C3-4409-BB77-26FDA574D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795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4CC3-9F96-43A8-B5CC-41FA5C275CB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95A0B-64C3-4409-BB77-26FDA574D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739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4CC3-9F96-43A8-B5CC-41FA5C275CB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95A0B-64C3-4409-BB77-26FDA574D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136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4CC3-9F96-43A8-B5CC-41FA5C275CB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95A0B-64C3-4409-BB77-26FDA574D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42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4CC3-9F96-43A8-B5CC-41FA5C275CB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95A0B-64C3-4409-BB77-26FDA574D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880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4CC3-9F96-43A8-B5CC-41FA5C275CB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95A0B-64C3-4409-BB77-26FDA574D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863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4CC3-9F96-43A8-B5CC-41FA5C275CB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95A0B-64C3-4409-BB77-26FDA574D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228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4CC3-9F96-43A8-B5CC-41FA5C275CB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95A0B-64C3-4409-BB77-26FDA574D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547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4CC3-9F96-43A8-B5CC-41FA5C275CB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95A0B-64C3-4409-BB77-26FDA574D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2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34CC3-9F96-43A8-B5CC-41FA5C275CB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95A0B-64C3-4409-BB77-26FDA574D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87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34CC3-9F96-43A8-B5CC-41FA5C275CB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95A0B-64C3-4409-BB77-26FDA574D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7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4856" y="694944"/>
            <a:ext cx="9144000" cy="1074812"/>
          </a:xfrm>
        </p:spPr>
        <p:txBody>
          <a:bodyPr/>
          <a:lstStyle/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Monthly Report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9720" y="3261786"/>
            <a:ext cx="9144000" cy="1655762"/>
          </a:xfrm>
        </p:spPr>
        <p:txBody>
          <a:bodyPr>
            <a:normAutofit fontScale="70000" lnSpcReduction="20000"/>
          </a:bodyPr>
          <a:lstStyle/>
          <a:p>
            <a:r>
              <a:rPr lang="en-GB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“AWS ADAPTIVE &amp; MODULAR DESIGN”</a:t>
            </a:r>
          </a:p>
          <a:p>
            <a:r>
              <a:rPr lang="en-GB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r>
              <a:rPr lang="en-GB" sz="3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Tobias Newman Muhanguzi</a:t>
            </a:r>
          </a:p>
          <a:p>
            <a:r>
              <a:rPr lang="en-GB" sz="3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(MPSE)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64080" y="1891492"/>
            <a:ext cx="79552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A MODULAR AND ADAPTIVE POWER ELECTRONICS SYSTEM FOR ENERGY CONSTRAINED AUTOMATIC WEATHER STATIONS</a:t>
            </a:r>
            <a:endParaRPr lang="en-US" sz="2400" b="1" dirty="0"/>
          </a:p>
        </p:txBody>
      </p:sp>
      <p:sp>
        <p:nvSpPr>
          <p:cNvPr id="5" name="Rectangle 4"/>
          <p:cNvSpPr/>
          <p:nvPr/>
        </p:nvSpPr>
        <p:spPr>
          <a:xfrm>
            <a:off x="2613660" y="5101526"/>
            <a:ext cx="694639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Supervisors</a:t>
            </a:r>
          </a:p>
          <a:p>
            <a:pPr algn="ctr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Dr. Roseline Akol       Dr. Mary Nsabagwa</a:t>
            </a:r>
          </a:p>
        </p:txBody>
      </p:sp>
      <p:sp>
        <p:nvSpPr>
          <p:cNvPr id="6" name="Rectangle 5"/>
          <p:cNvSpPr/>
          <p:nvPr/>
        </p:nvSpPr>
        <p:spPr>
          <a:xfrm>
            <a:off x="5527898" y="6423590"/>
            <a:ext cx="1227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07/11/2025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48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7666" y="157446"/>
            <a:ext cx="4553773" cy="1325563"/>
          </a:xfrm>
        </p:spPr>
        <p:txBody>
          <a:bodyPr/>
          <a:lstStyle/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Approach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631490" y="1833143"/>
            <a:ext cx="7318455" cy="2108203"/>
            <a:chOff x="3132816" y="4210052"/>
            <a:chExt cx="7608222" cy="2523640"/>
          </a:xfrm>
        </p:grpSpPr>
        <p:sp>
          <p:nvSpPr>
            <p:cNvPr id="4" name="Rounded Rectangle 3"/>
            <p:cNvSpPr/>
            <p:nvPr/>
          </p:nvSpPr>
          <p:spPr>
            <a:xfrm>
              <a:off x="5901588" y="4210052"/>
              <a:ext cx="1809750" cy="742949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Sensor Subsystem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638140" y="4262088"/>
              <a:ext cx="1809750" cy="714375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Power Subsystem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8274063" y="4219574"/>
              <a:ext cx="1809750" cy="733426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Communication Subsystem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159096" y="5012799"/>
              <a:ext cx="1410199" cy="62230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Sensor Nodes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132816" y="5018322"/>
              <a:ext cx="1410199" cy="62230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Converters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691165" y="6111391"/>
              <a:ext cx="1410199" cy="62230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Battery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433111" y="5491520"/>
              <a:ext cx="2161584" cy="768974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Battery Charger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915876" y="5018322"/>
              <a:ext cx="2825162" cy="62230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GSM, LoRa, WiFi, &amp; BLE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486763" y="4153080"/>
            <a:ext cx="34298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2" indent="-457200" algn="ctr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GB" sz="32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Modularity</a:t>
            </a:r>
            <a:endParaRPr lang="en-US" sz="32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98405" y="5145473"/>
            <a:ext cx="11512296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2" indent="-457200" algn="ctr">
              <a:lnSpc>
                <a:spcPct val="107000"/>
              </a:lnSpc>
              <a:spcBef>
                <a:spcPts val="2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32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Micro Energy Harvesting, Storage &amp; Adaptive Management</a:t>
            </a:r>
            <a:endParaRPr lang="en-US" sz="32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62809" y="5427677"/>
            <a:ext cx="903751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-457200" algn="ctr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32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Hybrid communication and Protocol switching</a:t>
            </a:r>
            <a:endParaRPr lang="en-US" sz="32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4843" y="4575660"/>
            <a:ext cx="40165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2" indent="-457200" algn="ctr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32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Adaptability</a:t>
            </a:r>
            <a:endParaRPr lang="en-US" sz="32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991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6787" y="115965"/>
            <a:ext cx="5566244" cy="642577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Block Diagram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985356" y="1770888"/>
            <a:ext cx="9454044" cy="4159250"/>
            <a:chOff x="347181" y="2514600"/>
            <a:chExt cx="9454044" cy="4159250"/>
          </a:xfrm>
        </p:grpSpPr>
        <p:grpSp>
          <p:nvGrpSpPr>
            <p:cNvPr id="17" name="Group 16"/>
            <p:cNvGrpSpPr/>
            <p:nvPr/>
          </p:nvGrpSpPr>
          <p:grpSpPr>
            <a:xfrm>
              <a:off x="1152525" y="2514600"/>
              <a:ext cx="8648700" cy="4159250"/>
              <a:chOff x="0" y="0"/>
              <a:chExt cx="6711084" cy="2653549"/>
            </a:xfrm>
          </p:grpSpPr>
          <p:sp>
            <p:nvSpPr>
              <p:cNvPr id="19" name="Rounded Rectangle 18"/>
              <p:cNvSpPr/>
              <p:nvPr/>
            </p:nvSpPr>
            <p:spPr>
              <a:xfrm>
                <a:off x="990600" y="284018"/>
                <a:ext cx="2449830" cy="152019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20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Gateway Board</a:t>
                </a:r>
                <a:endParaRPr lang="en-US" sz="1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Rounded Rectangle 19"/>
              <p:cNvSpPr/>
              <p:nvPr/>
            </p:nvSpPr>
            <p:spPr>
              <a:xfrm>
                <a:off x="1136073" y="1219200"/>
                <a:ext cx="1207770" cy="483870"/>
              </a:xfrm>
              <a:prstGeom prst="roundRect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200" b="1" dirty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Microcontroller</a:t>
                </a:r>
                <a:endParaRPr lang="en-US" sz="11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Rounded Rectangle 20"/>
              <p:cNvSpPr/>
              <p:nvPr/>
            </p:nvSpPr>
            <p:spPr>
              <a:xfrm>
                <a:off x="0" y="20781"/>
                <a:ext cx="1202690" cy="615950"/>
              </a:xfrm>
              <a:prstGeom prst="roundRect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200" b="1" dirty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Sensor Nodes</a:t>
                </a:r>
                <a:endParaRPr lang="en-US" sz="11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Rounded Rectangle 21"/>
              <p:cNvSpPr/>
              <p:nvPr/>
            </p:nvSpPr>
            <p:spPr>
              <a:xfrm>
                <a:off x="4087091" y="1198418"/>
                <a:ext cx="968375" cy="56578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GB" sz="120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DC – DC</a:t>
                </a:r>
                <a:endParaRPr lang="en-US" sz="1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GB" sz="120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Converter</a:t>
                </a:r>
                <a:endParaRPr lang="en-US" sz="1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Rounded Rectangle 22"/>
              <p:cNvSpPr/>
              <p:nvPr/>
            </p:nvSpPr>
            <p:spPr>
              <a:xfrm>
                <a:off x="2521528" y="1205345"/>
                <a:ext cx="772795" cy="49466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GB" sz="120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LDO</a:t>
                </a:r>
                <a:endParaRPr lang="en-US" sz="1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Rounded Rectangle 23"/>
              <p:cNvSpPr/>
              <p:nvPr/>
            </p:nvSpPr>
            <p:spPr>
              <a:xfrm>
                <a:off x="1503219" y="332509"/>
                <a:ext cx="1306195" cy="554990"/>
              </a:xfrm>
              <a:prstGeom prst="roundRect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sz="1200" b="1" dirty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GSM + LoRa</a:t>
                </a:r>
                <a:endParaRPr lang="en-US" sz="11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GB" sz="1200" b="1" dirty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Modules</a:t>
                </a:r>
                <a:endParaRPr lang="en-US" sz="11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Rounded Rectangle 24"/>
              <p:cNvSpPr/>
              <p:nvPr/>
            </p:nvSpPr>
            <p:spPr>
              <a:xfrm>
                <a:off x="5444837" y="1198418"/>
                <a:ext cx="1104900" cy="56578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GB" sz="120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Solar </a:t>
                </a:r>
                <a:r>
                  <a:rPr lang="en-GB" sz="1200" dirty="0" smtClean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Panel</a:t>
                </a:r>
              </a:p>
            </p:txBody>
          </p:sp>
          <p:sp>
            <p:nvSpPr>
              <p:cNvPr id="26" name="Rounded Rectangle 25"/>
              <p:cNvSpPr/>
              <p:nvPr/>
            </p:nvSpPr>
            <p:spPr>
              <a:xfrm>
                <a:off x="4094019" y="2029691"/>
                <a:ext cx="968375" cy="56578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GB" sz="120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Battery</a:t>
                </a:r>
                <a:endParaRPr lang="en-US" sz="1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GB" sz="120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Charger</a:t>
                </a:r>
                <a:endParaRPr lang="en-US" sz="1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Cloud 26"/>
              <p:cNvSpPr/>
              <p:nvPr/>
            </p:nvSpPr>
            <p:spPr>
              <a:xfrm>
                <a:off x="4315691" y="137820"/>
                <a:ext cx="1071880" cy="571500"/>
              </a:xfrm>
              <a:prstGeom prst="clou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Internet</a:t>
                </a:r>
                <a:endParaRPr lang="en-US" sz="1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Can 27"/>
              <p:cNvSpPr/>
              <p:nvPr/>
            </p:nvSpPr>
            <p:spPr>
              <a:xfrm>
                <a:off x="5825837" y="0"/>
                <a:ext cx="848995" cy="756285"/>
              </a:xfrm>
              <a:prstGeom prst="ca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Repository</a:t>
                </a:r>
                <a:endParaRPr lang="en-US" sz="1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Left-Right Arrow 28"/>
              <p:cNvSpPr/>
              <p:nvPr/>
            </p:nvSpPr>
            <p:spPr>
              <a:xfrm>
                <a:off x="3740727" y="376624"/>
                <a:ext cx="353291" cy="141930"/>
              </a:xfrm>
              <a:prstGeom prst="left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30" name="Right Arrow 29"/>
              <p:cNvSpPr/>
              <p:nvPr/>
            </p:nvSpPr>
            <p:spPr>
              <a:xfrm rot="5400000">
                <a:off x="4464628" y="1825336"/>
                <a:ext cx="201295" cy="11938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31" name="Right Arrow 30"/>
              <p:cNvSpPr/>
              <p:nvPr/>
            </p:nvSpPr>
            <p:spPr>
              <a:xfrm rot="10800000">
                <a:off x="3664528" y="1399309"/>
                <a:ext cx="201295" cy="11938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32" name="Right Arrow 31"/>
              <p:cNvSpPr/>
              <p:nvPr/>
            </p:nvSpPr>
            <p:spPr>
              <a:xfrm rot="10800000">
                <a:off x="5153891" y="1420091"/>
                <a:ext cx="201295" cy="11938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33" name="Right Arrow 32"/>
              <p:cNvSpPr/>
              <p:nvPr/>
            </p:nvSpPr>
            <p:spPr>
              <a:xfrm rot="10800000" flipH="1">
                <a:off x="5534891" y="374323"/>
                <a:ext cx="201295" cy="11938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34" name="Right Arrow 33"/>
              <p:cNvSpPr/>
              <p:nvPr/>
            </p:nvSpPr>
            <p:spPr>
              <a:xfrm rot="3288561">
                <a:off x="741218" y="727364"/>
                <a:ext cx="201295" cy="11938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35" name="Rounded Rectangle 34"/>
              <p:cNvSpPr/>
              <p:nvPr/>
            </p:nvSpPr>
            <p:spPr>
              <a:xfrm>
                <a:off x="1039091" y="865909"/>
                <a:ext cx="451485" cy="299085"/>
              </a:xfrm>
              <a:prstGeom prst="roundRect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GB" sz="1200" b="1" dirty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SD</a:t>
                </a:r>
                <a:endParaRPr lang="en-US" sz="11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Rounded Rectangle 35"/>
              <p:cNvSpPr/>
              <p:nvPr/>
            </p:nvSpPr>
            <p:spPr>
              <a:xfrm>
                <a:off x="2854037" y="706581"/>
                <a:ext cx="533400" cy="337185"/>
              </a:xfrm>
              <a:prstGeom prst="roundRect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GB" sz="1200" b="1" dirty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RTC</a:t>
                </a:r>
                <a:endParaRPr lang="en-US" sz="11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Rounded Rectangle 36"/>
              <p:cNvSpPr/>
              <p:nvPr/>
            </p:nvSpPr>
            <p:spPr>
              <a:xfrm>
                <a:off x="2590800" y="2154381"/>
                <a:ext cx="968375" cy="40195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GB" sz="120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Battery</a:t>
                </a:r>
                <a:endParaRPr lang="en-US" sz="1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Right Arrow 37"/>
              <p:cNvSpPr/>
              <p:nvPr/>
            </p:nvSpPr>
            <p:spPr>
              <a:xfrm rot="10800000">
                <a:off x="3622964" y="2265218"/>
                <a:ext cx="201295" cy="11938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39" name="Right Arrow 38"/>
              <p:cNvSpPr/>
              <p:nvPr/>
            </p:nvSpPr>
            <p:spPr>
              <a:xfrm rot="16200000" flipV="1">
                <a:off x="2795155" y="1922318"/>
                <a:ext cx="201295" cy="11938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40" name="Rounded Rectangle 39"/>
              <p:cNvSpPr/>
              <p:nvPr/>
            </p:nvSpPr>
            <p:spPr>
              <a:xfrm>
                <a:off x="2389909" y="1156854"/>
                <a:ext cx="4321175" cy="1496695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</p:grpSp>
        <p:sp>
          <p:nvSpPr>
            <p:cNvPr id="18" name="Rounded Rectangle 17"/>
            <p:cNvSpPr/>
            <p:nvPr/>
          </p:nvSpPr>
          <p:spPr>
            <a:xfrm>
              <a:off x="347181" y="3241655"/>
              <a:ext cx="1342386" cy="7753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en-GB" sz="1200" dirty="0" smtClean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Logic Level</a:t>
              </a:r>
            </a:p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en-GB" sz="1200" dirty="0" smtClean="0">
                  <a:solidFill>
                    <a:srgbClr val="000000"/>
                  </a:solidFill>
                  <a:effectLst>
                    <a:outerShdw blurRad="38100" dist="19050" dir="2700000" algn="tl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Shifter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1639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1564" y="410845"/>
            <a:ext cx="5269992" cy="1325563"/>
          </a:xfrm>
        </p:spPr>
        <p:txBody>
          <a:bodyPr>
            <a:normAutofit/>
          </a:bodyPr>
          <a:lstStyle/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progress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720084" y="2098655"/>
            <a:ext cx="669493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concept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Proposal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Preparing for Proposal Report submission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Sorting APA referencing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84924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226308" y="1952351"/>
            <a:ext cx="739902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the previous designs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(gen.1 to 3)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System Design Block Diagram</a:t>
            </a:r>
          </a:p>
          <a:p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(As shown below)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the first draft of schematic diagrams</a:t>
            </a:r>
          </a:p>
          <a:p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(Had 3 boards)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Reduced the 3 boards to 2 boards</a:t>
            </a:r>
          </a:p>
          <a:p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(As shown below)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390900" y="227965"/>
            <a:ext cx="526999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AWS Project progress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863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1067" y="0"/>
            <a:ext cx="5983224" cy="748856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GW Design Block Diagram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8789"/>
          <a:stretch/>
        </p:blipFill>
        <p:spPr>
          <a:xfrm>
            <a:off x="2369399" y="748856"/>
            <a:ext cx="8142049" cy="587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7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0488" y="193165"/>
            <a:ext cx="5312664" cy="668159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 Block diagram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1367932" y="1292614"/>
            <a:ext cx="9637775" cy="4389119"/>
            <a:chOff x="1179576" y="1448062"/>
            <a:chExt cx="9637775" cy="4389119"/>
          </a:xfrm>
        </p:grpSpPr>
        <p:sp>
          <p:nvSpPr>
            <p:cNvPr id="5" name="Rounded Rectangle 4"/>
            <p:cNvSpPr/>
            <p:nvPr/>
          </p:nvSpPr>
          <p:spPr>
            <a:xfrm>
              <a:off x="3868600" y="1799869"/>
              <a:ext cx="1734341" cy="11994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en-GB" sz="1200" dirty="0" smtClean="0">
                  <a:solidFill>
                    <a:srgbClr val="000000"/>
                  </a:solidFill>
                  <a:effectLst>
                    <a:outerShdw blurRad="38100" dist="19050" dir="2700000" algn="tl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MUX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724623" y="2513993"/>
              <a:ext cx="1550481" cy="67917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en-GB" sz="1200" dirty="0" smtClean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DC Input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705038" y="1670500"/>
              <a:ext cx="1570066" cy="69384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en-GB" sz="120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Solar </a:t>
              </a:r>
              <a:r>
                <a:rPr lang="en-GB" sz="1200" dirty="0" smtClean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Panel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903757" y="1955160"/>
              <a:ext cx="1589644" cy="981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en-GB" sz="1200" dirty="0" smtClean="0">
                  <a:solidFill>
                    <a:srgbClr val="000000"/>
                  </a:solidFill>
                  <a:effectLst>
                    <a:outerShdw blurRad="38100" dist="19050" dir="2700000" algn="tl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BMS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ight Arrow 8"/>
            <p:cNvSpPr/>
            <p:nvPr/>
          </p:nvSpPr>
          <p:spPr>
            <a:xfrm rot="5400000">
              <a:off x="6892983" y="4509751"/>
              <a:ext cx="590309" cy="26626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Right Arrow 9"/>
            <p:cNvSpPr/>
            <p:nvPr/>
          </p:nvSpPr>
          <p:spPr>
            <a:xfrm rot="10800000" flipH="1">
              <a:off x="5676616" y="2270617"/>
              <a:ext cx="448961" cy="35008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Right Arrow 10"/>
            <p:cNvSpPr/>
            <p:nvPr/>
          </p:nvSpPr>
          <p:spPr>
            <a:xfrm rot="10800000">
              <a:off x="7905811" y="2253639"/>
              <a:ext cx="488380" cy="31487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328095" y="3666544"/>
              <a:ext cx="1521995" cy="63380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en-GB" sz="1200" dirty="0" smtClean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5V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ight Arrow 12"/>
            <p:cNvSpPr/>
            <p:nvPr/>
          </p:nvSpPr>
          <p:spPr>
            <a:xfrm rot="10800000" flipH="1">
              <a:off x="3360772" y="1921134"/>
              <a:ext cx="448961" cy="35008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Right Arrow 13"/>
            <p:cNvSpPr/>
            <p:nvPr/>
          </p:nvSpPr>
          <p:spPr>
            <a:xfrm rot="5400000">
              <a:off x="6927070" y="3214338"/>
              <a:ext cx="590307" cy="26626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179576" y="1448062"/>
              <a:ext cx="9637775" cy="438911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255500" y="3648625"/>
              <a:ext cx="1550481" cy="67917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en-GB" sz="120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LDO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150284" y="1828974"/>
              <a:ext cx="1734341" cy="11994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en-GB" sz="1200" dirty="0" smtClean="0">
                  <a:solidFill>
                    <a:srgbClr val="000000"/>
                  </a:solidFill>
                  <a:effectLst>
                    <a:outerShdw blurRad="38100" dist="19050" dir="2700000" algn="tl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MPPT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Right Arrow 17"/>
            <p:cNvSpPr/>
            <p:nvPr/>
          </p:nvSpPr>
          <p:spPr>
            <a:xfrm rot="10800000" flipH="1">
              <a:off x="3370254" y="2570070"/>
              <a:ext cx="448961" cy="35008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Right Arrow 18"/>
            <p:cNvSpPr/>
            <p:nvPr/>
          </p:nvSpPr>
          <p:spPr>
            <a:xfrm>
              <a:off x="8394191" y="2236031"/>
              <a:ext cx="448961" cy="350088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20" name="Right Arrow 19"/>
            <p:cNvSpPr/>
            <p:nvPr/>
          </p:nvSpPr>
          <p:spPr>
            <a:xfrm rot="10800000">
              <a:off x="5842558" y="3843334"/>
              <a:ext cx="448961" cy="35008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Right Arrow 20"/>
            <p:cNvSpPr/>
            <p:nvPr/>
          </p:nvSpPr>
          <p:spPr>
            <a:xfrm rot="5400000">
              <a:off x="4980351" y="4532573"/>
              <a:ext cx="554898" cy="2560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4806100" y="4985408"/>
              <a:ext cx="3322916" cy="63380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en-GB" sz="1200" dirty="0" smtClean="0">
                  <a:solidFill>
                    <a:srgbClr val="000000"/>
                  </a:solidFill>
                  <a:effectLst>
                    <a:outerShdw blurRad="38100" dist="19050" dir="2700000" algn="tl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Gateway Power  Input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8237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9472" y="73152"/>
            <a:ext cx="4398264" cy="629984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3D diagrams (FV)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5" y="867728"/>
            <a:ext cx="11359131" cy="569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727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703136"/>
            <a:ext cx="11114748" cy="577996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919472" y="73152"/>
            <a:ext cx="4105656" cy="629984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3D diagrams (BV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073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3428" y="121319"/>
            <a:ext cx="6879336" cy="658368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Design Modifications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2650" y="1838865"/>
            <a:ext cx="558155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molex connectors to enable water-proof container, this will mean substituting Available sensor connectors with </a:t>
            </a:r>
            <a:r>
              <a:rPr lang="en-GB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molex</a:t>
            </a: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connectors, </a:t>
            </a:r>
            <a:r>
              <a:rPr lang="en-GB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The rain gauge RJ-11…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metallic container, ESP32 WROOM-U2 Will be substituted with ESP32-WROOM-32U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3834" b="7000"/>
          <a:stretch/>
        </p:blipFill>
        <p:spPr>
          <a:xfrm>
            <a:off x="5646330" y="1023068"/>
            <a:ext cx="6496902" cy="474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842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5176" y="173101"/>
            <a:ext cx="3898392" cy="1325563"/>
          </a:xfrm>
        </p:spPr>
        <p:txBody>
          <a:bodyPr/>
          <a:lstStyle/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Pending Tasks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54480" y="1614023"/>
            <a:ext cx="943660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prototype BOM of both boards will be available by    (Thursday next week).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Prototyping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design before printing the </a:t>
            </a: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boards.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prototyping will be done starting 7th </a:t>
            </a: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December.           (This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take </a:t>
            </a: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about 2 week.)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boards will be ready for printing </a:t>
            </a: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January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ystem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will be done the same month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0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1020" y="2891951"/>
            <a:ext cx="3329940" cy="658368"/>
          </a:xfrm>
        </p:spPr>
        <p:txBody>
          <a:bodyPr>
            <a:noAutofit/>
          </a:bodyPr>
          <a:lstStyle/>
          <a:p>
            <a:r>
              <a:rPr lang="en-GB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113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304</Words>
  <Application>Microsoft Office PowerPoint</Application>
  <PresentationFormat>Widescreen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Office Theme</vt:lpstr>
      <vt:lpstr>Monthly Report</vt:lpstr>
      <vt:lpstr>Design Approach</vt:lpstr>
      <vt:lpstr>System Block Diagram</vt:lpstr>
      <vt:lpstr>Research progress</vt:lpstr>
      <vt:lpstr>PowerPoint Presentation</vt:lpstr>
      <vt:lpstr>GW Design Block Diagram</vt:lpstr>
      <vt:lpstr>Power Block diagram</vt:lpstr>
      <vt:lpstr>3D diagrams (FV)</vt:lpstr>
      <vt:lpstr>3D diagrams (BV)</vt:lpstr>
      <vt:lpstr>Proposed Design Modifications</vt:lpstr>
      <vt:lpstr>Pending Tasks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Report</dc:title>
  <dc:creator>Microsoft account</dc:creator>
  <cp:lastModifiedBy>Microsoft account</cp:lastModifiedBy>
  <cp:revision>38</cp:revision>
  <dcterms:created xsi:type="dcterms:W3CDTF">2025-11-07T07:20:23Z</dcterms:created>
  <dcterms:modified xsi:type="dcterms:W3CDTF">2025-12-01T09:16:02Z</dcterms:modified>
</cp:coreProperties>
</file>